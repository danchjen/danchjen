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4630400" cy="8229600"/>
  <p:notesSz cx="8229600" cy="14630400"/>
  <p:embeddedFontLst>
    <p:embeddedFont>
      <p:font typeface="Montserrat Medium" panose="020B0604020202020204" charset="-52"/>
      <p:regular r:id="rId12"/>
    </p:embeddedFont>
    <p:embeddedFont>
      <p:font typeface="Brygada 1918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1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1634252"/>
            <a:ext cx="7645479" cy="196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50"/>
              </a:lnSpc>
              <a:buNone/>
            </a:pPr>
            <a:r>
              <a:rPr lang="en-US" sz="6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Сторителлинг как техника продаж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749260" y="3925133"/>
            <a:ext cx="7645479" cy="205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 современном мире, где внимание потребителя постоянно рассеивается, необходимо найти эффективные способы донести ценность вашего продукта. Именно здесь на помощь приходит сторителлинг - мощный инструмент, который превращает ваши продажи в увлекательные истории, запоминающиеся и вдохновляющие ваших клиентов.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49260" y="6236613"/>
            <a:ext cx="342543" cy="342543"/>
          </a:xfrm>
          <a:prstGeom prst="roundRect">
            <a:avLst>
              <a:gd name="adj" fmla="val 2669178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60" y="6220539"/>
            <a:ext cx="374690" cy="374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840" y="6220539"/>
            <a:ext cx="3163610" cy="374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8268" y="682823"/>
            <a:ext cx="6236375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Что такое сторителлинг?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48268" y="1596866"/>
            <a:ext cx="7820263" cy="15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Сторителлинг в продажах - это искусство рассказывания историй, которые устанавливают эмоциональную связь между вами и вашими клиентами. Это не просто перечисление характеристик продукта, а создание увлекательного повествования, которое оживляет ценность вашего предложения и вызывает у покупателя эмоциональный отклик.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48268" y="3322915"/>
            <a:ext cx="3815596" cy="2622709"/>
          </a:xfrm>
          <a:prstGeom prst="roundRect">
            <a:avLst>
              <a:gd name="adj" fmla="val 1082"/>
            </a:avLst>
          </a:prstGeom>
          <a:solidFill>
            <a:srgbClr val="4D1529"/>
          </a:solidFill>
          <a:ln/>
        </p:spPr>
      </p:sp>
      <p:sp>
        <p:nvSpPr>
          <p:cNvPr id="6" name="Text 3"/>
          <p:cNvSpPr/>
          <p:nvPr/>
        </p:nvSpPr>
        <p:spPr>
          <a:xfrm>
            <a:off x="6337340" y="3511987"/>
            <a:ext cx="252174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Взаимодействие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337340" y="3940612"/>
            <a:ext cx="3437453" cy="1815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Сторителлинг позволяет установить глубокое взаимодействие с клиентом, заинтересовать его и заставить его задуматься о том, что ваша компания может ему предложить.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152936" y="3322915"/>
            <a:ext cx="3815596" cy="2622709"/>
          </a:xfrm>
          <a:prstGeom prst="roundRect">
            <a:avLst>
              <a:gd name="adj" fmla="val 1082"/>
            </a:avLst>
          </a:prstGeom>
          <a:solidFill>
            <a:srgbClr val="4D1529"/>
          </a:solidFill>
          <a:ln/>
        </p:spPr>
      </p:sp>
      <p:sp>
        <p:nvSpPr>
          <p:cNvPr id="9" name="Text 6"/>
          <p:cNvSpPr/>
          <p:nvPr/>
        </p:nvSpPr>
        <p:spPr>
          <a:xfrm>
            <a:off x="10342007" y="3511987"/>
            <a:ext cx="252174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Доверие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342007" y="3940612"/>
            <a:ext cx="3437453" cy="15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Когда вы рассказываете истории, вы демонстрируете человечность и создаете уровень доверия с вашими потенциальными клиентами.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48268" y="6134695"/>
            <a:ext cx="7820263" cy="1412081"/>
          </a:xfrm>
          <a:prstGeom prst="roundRect">
            <a:avLst>
              <a:gd name="adj" fmla="val 2009"/>
            </a:avLst>
          </a:prstGeom>
          <a:solidFill>
            <a:srgbClr val="4D1529"/>
          </a:solidFill>
          <a:ln/>
        </p:spPr>
      </p:sp>
      <p:sp>
        <p:nvSpPr>
          <p:cNvPr id="12" name="Text 9"/>
          <p:cNvSpPr/>
          <p:nvPr/>
        </p:nvSpPr>
        <p:spPr>
          <a:xfrm>
            <a:off x="6337340" y="6323767"/>
            <a:ext cx="252174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Запоминаемость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337340" y="6752392"/>
            <a:ext cx="7442121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Хорошо рассказанная история в десять раз более запоминается и эффективна по сравнению с простой рекламой.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79" y="672822"/>
            <a:ext cx="7873841" cy="1209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Преимущества сторителлинга в продажах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35079" y="2154912"/>
            <a:ext cx="787384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Использование сторителлинга в продажах приносит огромные преимущества, которые могут увеличить ваши продажи и укрепить связи с клиентами: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5079" y="3143607"/>
            <a:ext cx="408265" cy="408265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6" name="Text 3"/>
          <p:cNvSpPr/>
          <p:nvPr/>
        </p:nvSpPr>
        <p:spPr>
          <a:xfrm>
            <a:off x="766524" y="3202543"/>
            <a:ext cx="145256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224796" y="3143607"/>
            <a:ext cx="32564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Увеличение вовлеченности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24796" y="3857268"/>
            <a:ext cx="3256478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Сторителлинг захватывает внимание и заставляет клиентов включаться в процесс покупки, создавая более сильную связь с продуктом или услугой.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2726" y="3143607"/>
            <a:ext cx="408265" cy="408265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10" name="Text 7"/>
          <p:cNvSpPr/>
          <p:nvPr/>
        </p:nvSpPr>
        <p:spPr>
          <a:xfrm>
            <a:off x="4784050" y="3202543"/>
            <a:ext cx="165497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5252442" y="3143607"/>
            <a:ext cx="28098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Улучшение понимания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252442" y="3554849"/>
            <a:ext cx="3256478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Рассказывая истории, вы делаете сложные концепции более понятными и доступными для клиентов.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5079" y="5694164"/>
            <a:ext cx="408265" cy="408265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14" name="Text 11"/>
          <p:cNvSpPr/>
          <p:nvPr/>
        </p:nvSpPr>
        <p:spPr>
          <a:xfrm>
            <a:off x="750570" y="5753100"/>
            <a:ext cx="177165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224796" y="5694164"/>
            <a:ext cx="25222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Повышение доверия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224796" y="6105406"/>
            <a:ext cx="3256478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Истории помогают клиентам увидеть вашу компанию и ее ценности с новой точки зрения, укрепляя доверие.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2726" y="5694164"/>
            <a:ext cx="408265" cy="408265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18" name="Text 15"/>
          <p:cNvSpPr/>
          <p:nvPr/>
        </p:nvSpPr>
        <p:spPr>
          <a:xfrm>
            <a:off x="4775359" y="5753100"/>
            <a:ext cx="182880" cy="29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5252442" y="5694164"/>
            <a:ext cx="24197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Увеличение продаж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252442" y="6105406"/>
            <a:ext cx="3256478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 конечном итоге, успешный сторителлинг приводит к увеличению продаж, так как клиенты ощущают личную связь с продуктом или услугой.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303" y="409337"/>
            <a:ext cx="6919317" cy="495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Структура эффективного рассказа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0303" y="1202174"/>
            <a:ext cx="13589794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5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Эффективный рассказ имеет четкую структуру, которая удерживает внимание аудитории и доводит историю до логического завершения. Классическая структура рассказа включает в себя следующие этапы: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5687" y="1845112"/>
            <a:ext cx="15240" cy="5975033"/>
          </a:xfrm>
          <a:prstGeom prst="roundRect">
            <a:avLst>
              <a:gd name="adj" fmla="val 146336"/>
            </a:avLst>
          </a:prstGeom>
          <a:solidFill>
            <a:srgbClr val="662E42"/>
          </a:solidFill>
          <a:ln/>
        </p:spPr>
      </p:sp>
      <p:sp>
        <p:nvSpPr>
          <p:cNvPr id="5" name="Shape 3"/>
          <p:cNvSpPr/>
          <p:nvPr/>
        </p:nvSpPr>
        <p:spPr>
          <a:xfrm>
            <a:off x="895290" y="2171819"/>
            <a:ext cx="520303" cy="15240"/>
          </a:xfrm>
          <a:prstGeom prst="roundRect">
            <a:avLst>
              <a:gd name="adj" fmla="val 146336"/>
            </a:avLst>
          </a:prstGeom>
          <a:solidFill>
            <a:srgbClr val="662E42"/>
          </a:solidFill>
          <a:ln/>
        </p:spPr>
      </p:sp>
      <p:sp>
        <p:nvSpPr>
          <p:cNvPr id="6" name="Shape 4"/>
          <p:cNvSpPr/>
          <p:nvPr/>
        </p:nvSpPr>
        <p:spPr>
          <a:xfrm>
            <a:off x="576084" y="2012275"/>
            <a:ext cx="334447" cy="334447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7" name="Text 5"/>
          <p:cNvSpPr/>
          <p:nvPr/>
        </p:nvSpPr>
        <p:spPr>
          <a:xfrm>
            <a:off x="683835" y="2060496"/>
            <a:ext cx="118943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561028" y="1993702"/>
            <a:ext cx="1982272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Введение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61028" y="2330648"/>
            <a:ext cx="1254906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Захватите внимание слушателя с первого предложения, определив контекст и представив героя истории.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5290" y="3192423"/>
            <a:ext cx="520303" cy="15240"/>
          </a:xfrm>
          <a:prstGeom prst="roundRect">
            <a:avLst>
              <a:gd name="adj" fmla="val 146336"/>
            </a:avLst>
          </a:prstGeom>
          <a:solidFill>
            <a:srgbClr val="662E42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84" y="3032879"/>
            <a:ext cx="334447" cy="334447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12" name="Text 10"/>
          <p:cNvSpPr/>
          <p:nvPr/>
        </p:nvSpPr>
        <p:spPr>
          <a:xfrm>
            <a:off x="675501" y="3081099"/>
            <a:ext cx="135612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561028" y="3014305"/>
            <a:ext cx="1982272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Завязка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561028" y="3351252"/>
            <a:ext cx="1254906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Представьте проблему, с которой сталкивается ваш герой. Это может быть неудобство, нехватка ресурсов, неудовлетворенная потребность.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5290" y="4213027"/>
            <a:ext cx="520303" cy="15240"/>
          </a:xfrm>
          <a:prstGeom prst="roundRect">
            <a:avLst>
              <a:gd name="adj" fmla="val 146336"/>
            </a:avLst>
          </a:prstGeom>
          <a:solidFill>
            <a:srgbClr val="662E42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84" y="4053483"/>
            <a:ext cx="334447" cy="334447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17" name="Text 15"/>
          <p:cNvSpPr/>
          <p:nvPr/>
        </p:nvSpPr>
        <p:spPr>
          <a:xfrm>
            <a:off x="670739" y="4101703"/>
            <a:ext cx="14513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561028" y="4034909"/>
            <a:ext cx="1982272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Развитие действия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61028" y="4371856"/>
            <a:ext cx="1254906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Показывайте путь вашего героя к решению проблемы. Опишите препятствия, с которыми он сталкивается, и усилия, которые он прикладывает.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5290" y="5233630"/>
            <a:ext cx="520303" cy="15240"/>
          </a:xfrm>
          <a:prstGeom prst="roundRect">
            <a:avLst>
              <a:gd name="adj" fmla="val 146336"/>
            </a:avLst>
          </a:prstGeom>
          <a:solidFill>
            <a:srgbClr val="662E42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84" y="5074087"/>
            <a:ext cx="334447" cy="334447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22" name="Text 20"/>
          <p:cNvSpPr/>
          <p:nvPr/>
        </p:nvSpPr>
        <p:spPr>
          <a:xfrm>
            <a:off x="668357" y="5122307"/>
            <a:ext cx="149900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1561028" y="5055513"/>
            <a:ext cx="1982272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Кульминация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561028" y="5392460"/>
            <a:ext cx="1254906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Это самый драматический момент истории, когда герой сталкивается с самым большим вызовом. Важно создать напряжение и интригу.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5290" y="6254234"/>
            <a:ext cx="520303" cy="15240"/>
          </a:xfrm>
          <a:prstGeom prst="roundRect">
            <a:avLst>
              <a:gd name="adj" fmla="val 146336"/>
            </a:avLst>
          </a:prstGeom>
          <a:solidFill>
            <a:srgbClr val="662E42"/>
          </a:solidFill>
          <a:ln/>
        </p:spPr>
      </p:sp>
      <p:sp>
        <p:nvSpPr>
          <p:cNvPr id="26" name="Shape 24"/>
          <p:cNvSpPr/>
          <p:nvPr/>
        </p:nvSpPr>
        <p:spPr>
          <a:xfrm>
            <a:off x="576084" y="6094690"/>
            <a:ext cx="334447" cy="334447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27" name="Text 25"/>
          <p:cNvSpPr/>
          <p:nvPr/>
        </p:nvSpPr>
        <p:spPr>
          <a:xfrm>
            <a:off x="671929" y="6142911"/>
            <a:ext cx="142756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5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1561028" y="6076117"/>
            <a:ext cx="1982272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Развязка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561028" y="6413063"/>
            <a:ext cx="1254906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Покажите, как герой преодолевает проблему и достигает желаемого результата. Это должно быть убедительно и вдохновляюще.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5290" y="7274838"/>
            <a:ext cx="520303" cy="15240"/>
          </a:xfrm>
          <a:prstGeom prst="roundRect">
            <a:avLst>
              <a:gd name="adj" fmla="val 146336"/>
            </a:avLst>
          </a:prstGeom>
          <a:solidFill>
            <a:srgbClr val="662E42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84" y="7115294"/>
            <a:ext cx="334447" cy="334447"/>
          </a:xfrm>
          <a:prstGeom prst="roundRect">
            <a:avLst>
              <a:gd name="adj" fmla="val 6668"/>
            </a:avLst>
          </a:prstGeom>
          <a:solidFill>
            <a:srgbClr val="4D1529"/>
          </a:solidFill>
          <a:ln/>
        </p:spPr>
      </p:sp>
      <p:sp>
        <p:nvSpPr>
          <p:cNvPr id="32" name="Text 30"/>
          <p:cNvSpPr/>
          <p:nvPr/>
        </p:nvSpPr>
        <p:spPr>
          <a:xfrm>
            <a:off x="669548" y="7163514"/>
            <a:ext cx="14751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6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1561028" y="7096720"/>
            <a:ext cx="1982272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Заключение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561028" y="7433667"/>
            <a:ext cx="1254906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Завершите рассказ убедительным выводом, подчеркивая ценность вашего продукта или услуги и его способность решить проблему героя.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564957"/>
            <a:ext cx="8072676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Выбор подходящих историй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2706648"/>
            <a:ext cx="1313187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Выбор правильных историй - ключевой фактор успешного сторителлинга. Истории должны быть релевантны вашей аудитории, вызывать эмоции, и демонстрировать ценность вашего предложения.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9260" y="384643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История клиента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260" y="4417338"/>
            <a:ext cx="4028599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Расскажите о клиенте, который использовал ваш продукт и достиг положительных результатов. Это убедительно и вдохновляет новых клиентов.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07687" y="384643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История проблемы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7687" y="4417338"/>
            <a:ext cx="4028599" cy="205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Покажите, как ваш продукт решает конкретную проблему, с которой сталкивается ваша целевая аудитория. Эмоциональное содержание сделает историю более запоминающейся.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866114" y="384643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История успеха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66114" y="4417338"/>
            <a:ext cx="4028599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Расскажите историю о том, как ваш продукт помог людям достичь их целей, например, построить бизнес, улучшить здоровье или реализовать свои мечты.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313" y="467797"/>
            <a:ext cx="7953375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Эмоциональное вовлечение аудитории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95313" y="1856899"/>
            <a:ext cx="79533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Чтобы ваш сторителлинг был эффективным, нужно заставить вашу аудиторию ощутить эмоции. Создайте историю, которая вызовет у ваших клиентов чувства радости, печали, надежды, страха или воодушевления. Это поможет им создать личную связь с вашим продуктом и усилить желание его приобрести.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3" y="3136940"/>
            <a:ext cx="850463" cy="15420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00927" y="3306961"/>
            <a:ext cx="226814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Сопереживание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700927" y="3692485"/>
            <a:ext cx="6847761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Позвольте своим клиентам сопереживать герою вашей истории. Это поможет им ощутить ценность вашего предложения и увидеть, как оно может изменить их жизнь.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3" y="4679037"/>
            <a:ext cx="850463" cy="15420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00927" y="4849058"/>
            <a:ext cx="358961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Эмоциональная интенсивность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700927" y="5234583"/>
            <a:ext cx="6847761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Создайте напряжение и интригу в своем рассказе. Это может быть достигнуто использованием неожиданных поворотов, конфликтов или драматических событий.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3" y="6221135"/>
            <a:ext cx="850463" cy="15420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00927" y="6391156"/>
            <a:ext cx="226814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Эмпатия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700927" y="6776680"/>
            <a:ext cx="6847761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Постройте историю таким образом, чтобы ваши клиенты могли понять чувства и мотивацию героя. Это поможет им ощутить близость к истории и усилить их эмоциональную реакцию.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6972" y="502206"/>
            <a:ext cx="8070056" cy="102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Практические примеры успешного сторителлинга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36972" y="1755338"/>
            <a:ext cx="8070056" cy="49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Многие компании уже используют сторителлинг в своих продажах с большим успехом. Рассмотрим некоторые примеры: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6972" y="2418874"/>
            <a:ext cx="8070056" cy="5308402"/>
          </a:xfrm>
          <a:prstGeom prst="roundRect">
            <a:avLst>
              <a:gd name="adj" fmla="val 43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4592" y="2426494"/>
            <a:ext cx="8054816" cy="17643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97944" y="2526149"/>
            <a:ext cx="3716893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29163" y="2526149"/>
            <a:ext cx="3716893" cy="122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Apple известна своей способностью рассказывать истории о том, как их продукты меняют жизнь людей. Они используют эмоционально заряженные видеоролики и рекламные кампании.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29163" y="3845719"/>
            <a:ext cx="3716893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4592" y="4190881"/>
            <a:ext cx="8054816" cy="17643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97944" y="4290536"/>
            <a:ext cx="3716893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Nike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29163" y="4290536"/>
            <a:ext cx="3716893" cy="122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Nike рассказывает истории о спортивных достижениях и о том, как их продукция помогает людям достигать их целей. Они используют вдохновляющие рекламные кампании и истории реальных спортсменов.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9163" y="5610106"/>
            <a:ext cx="3716893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592" y="5955268"/>
            <a:ext cx="8054816" cy="17643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97944" y="6054923"/>
            <a:ext cx="3716893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Starbucks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29163" y="6054923"/>
            <a:ext cx="3716893" cy="122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Starbucks строила свою брендовую историю вокруг чувства общности и уютной атмосферы. Они используют истории о кофейных культурах разных стран и о том, как их кофе объединяет людей.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29163" y="7374493"/>
            <a:ext cx="3716893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920" y="678061"/>
            <a:ext cx="13248561" cy="1316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Как интегрировать сторителлинг в процесс продаж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90920" y="2388989"/>
            <a:ext cx="13248561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Внедрить сторителлинг в процесс продаж не так сложно, как может показаться. Вот несколько полезных советов: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20" y="2926794"/>
            <a:ext cx="493514" cy="4935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920" y="3617714"/>
            <a:ext cx="3090029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Попрактикуйтесь в рассказах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90920" y="4394002"/>
            <a:ext cx="3090029" cy="315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Развивайте свой навык рассказывания историй. Практикуйтесь в создании увлекательных и вдохновляющих рассказов. Это поможет вам находить правильные слова и создавать сильные эмоциональные связи с клиентами.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057" y="2926794"/>
            <a:ext cx="493514" cy="4935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77057" y="3617714"/>
            <a:ext cx="3042880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Найдите свою историю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4077057" y="4065032"/>
            <a:ext cx="3090029" cy="221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Определите ключевые истории вашей компании и вашего продукта. Что делает вас уникальными? Какую ценность вы предлагаете клиентам? Как ваш продукт изменяет жизнь людей?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195" y="2926794"/>
            <a:ext cx="493514" cy="4935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63195" y="3617714"/>
            <a:ext cx="3090029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Сосредоточьтесь на эмоциях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7463195" y="4394002"/>
            <a:ext cx="3090029" cy="284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Цель - вызвать эмоциональную реакцию у ваших клиентов. Создайте истории, которые заставят их радоваться, грустить, чувствовать надежду и вдохновение. Это позволит им создать крепкую связь с вашим продуктом.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9332" y="2926794"/>
            <a:ext cx="493514" cy="4935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49332" y="3617714"/>
            <a:ext cx="3038951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Измеряйте результаты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0849332" y="4065032"/>
            <a:ext cx="3090148" cy="315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Отслеживайте эффективность сторителлинга. Измеряйте количество продаж, уровень удовлетворенности клиентов и другие ключевые показатели. Это поможет вам понять, что работает, а что нет, и внести необходимые коррективы.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76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4065151"/>
            <a:ext cx="131318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Заключение: сторителлинг - ключ к успешным продажам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9260" y="5813346"/>
            <a:ext cx="13131879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 конце концов, сторителлинг - это не просто техника продаж. Это способ построить глубокие и доверительные отношения с вашими клиентами, понять их нужды и предложить им решения, которые им действительно нужны. Сделайте ваши продажи более увлекательными и вдохновляющими с помощью сторителлинга.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976</Words>
  <Application>Microsoft Office PowerPoint</Application>
  <PresentationFormat>Произвольный</PresentationFormat>
  <Paragraphs>89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Montserrat Medium</vt:lpstr>
      <vt:lpstr>Brygada 1918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Пользователь</cp:lastModifiedBy>
  <cp:revision>2</cp:revision>
  <dcterms:created xsi:type="dcterms:W3CDTF">2024-09-29T10:01:18Z</dcterms:created>
  <dcterms:modified xsi:type="dcterms:W3CDTF">2024-09-29T10:42:40Z</dcterms:modified>
</cp:coreProperties>
</file>